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ileron Bold" charset="1" panose="00000800000000000000"/>
      <p:regular r:id="rId16"/>
    </p:embeddedFont>
    <p:embeddedFont>
      <p:font typeface="Mukta Mahee Semi-Bold" charset="1" panose="020B0000000000000000"/>
      <p:regular r:id="rId17"/>
    </p:embeddedFont>
    <p:embeddedFont>
      <p:font typeface="Mukta Mahee" charset="1" panose="020B0000000000000000"/>
      <p:regular r:id="rId18"/>
    </p:embeddedFont>
    <p:embeddedFont>
      <p:font typeface="Mukta Mahee Extra-Light" charset="1" panose="020B0000000000000000"/>
      <p:regular r:id="rId19"/>
    </p:embeddedFont>
    <p:embeddedFont>
      <p:font typeface="Mukta Mahee Bold" charset="1" panose="020B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instagram.com/bearnordic_official/" TargetMode="External" Type="http://schemas.openxmlformats.org/officeDocument/2006/relationships/hyperlink"/><Relationship Id="rId3" Target="https://www.facebook.com/profile.php?id=61588307767398" TargetMode="External" Type="http://schemas.openxmlformats.org/officeDocument/2006/relationships/hyperlink"/><Relationship Id="rId4" Target="https://www.tiktok.com/@bearnordic_official?lang=en-GB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02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38768" y="8288920"/>
            <a:ext cx="2513344" cy="4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4"/>
              </a:lnSpc>
            </a:pPr>
            <a:r>
              <a:rPr lang="en-US" b="true" sz="1800" spc="-54">
                <a:solidFill>
                  <a:srgbClr val="302621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PRESENTED BY</a:t>
            </a:r>
          </a:p>
          <a:p>
            <a:pPr algn="r" marL="0" indent="0" lvl="0">
              <a:lnSpc>
                <a:spcPts val="1674"/>
              </a:lnSpc>
            </a:pPr>
            <a:r>
              <a:rPr lang="en-US" b="true" sz="1800" spc="-54">
                <a:solidFill>
                  <a:srgbClr val="302621"/>
                </a:solidFill>
                <a:latin typeface="Aileron Bold"/>
                <a:ea typeface="Aileron Bold"/>
                <a:cs typeface="Aileron Bold"/>
                <a:sym typeface="Aileron Bold"/>
              </a:rPr>
              <a:t>FRANCISCO ANDRADE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22406" y="4354513"/>
            <a:ext cx="13243187" cy="269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49"/>
              </a:lnSpc>
            </a:pPr>
            <a:r>
              <a:rPr lang="en-US" b="true" sz="24999" spc="9999">
                <a:solidFill>
                  <a:srgbClr val="EAE4D7"/>
                </a:solidFill>
                <a:latin typeface="Mukta Mahee Semi-Bold"/>
                <a:ea typeface="Mukta Mahee Semi-Bold"/>
                <a:cs typeface="Mukta Mahee Semi-Bold"/>
                <a:sym typeface="Mukta Mahee Semi-Bold"/>
              </a:rPr>
              <a:t>BEAR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22406" y="7132637"/>
            <a:ext cx="13243187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60"/>
              </a:lnSpc>
            </a:pPr>
            <a:r>
              <a:rPr lang="en-US" b="true" sz="2000" spc="400">
                <a:solidFill>
                  <a:srgbClr val="B6A28E"/>
                </a:solidFill>
                <a:latin typeface="Mukta Mahee Semi-Bold"/>
                <a:ea typeface="Mukta Mahee Semi-Bold"/>
                <a:cs typeface="Mukta Mahee Semi-Bold"/>
                <a:sym typeface="Mukta Mahee Semi-Bold"/>
              </a:rPr>
              <a:t>COMFORTABLE FIT - DISCREET PACKAGING - ALWAYS READY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09700"/>
            <a:ext cx="18288000" cy="416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5"/>
              </a:lnSpc>
            </a:pPr>
            <a:r>
              <a:rPr lang="en-US" sz="9981" spc="3992">
                <a:solidFill>
                  <a:srgbClr val="735A4C"/>
                </a:solidFill>
                <a:latin typeface="Mukta Mahee"/>
                <a:ea typeface="Mukta Mahee"/>
                <a:cs typeface="Mukta Mahee"/>
                <a:sym typeface="Mukta Mahee"/>
              </a:rPr>
              <a:t>A NORDIC</a:t>
            </a:r>
          </a:p>
          <a:p>
            <a:pPr algn="ctr">
              <a:lnSpc>
                <a:spcPts val="7985"/>
              </a:lnSpc>
            </a:pPr>
          </a:p>
          <a:p>
            <a:pPr algn="ctr">
              <a:lnSpc>
                <a:spcPts val="7985"/>
              </a:lnSpc>
            </a:pPr>
            <a:r>
              <a:rPr lang="en-US" sz="9981" spc="3992">
                <a:solidFill>
                  <a:srgbClr val="735A4C"/>
                </a:solidFill>
                <a:latin typeface="Mukta Mahee"/>
                <a:ea typeface="Mukta Mahee"/>
                <a:cs typeface="Mukta Mahee"/>
                <a:sym typeface="Mukta Mahee"/>
              </a:rPr>
              <a:t>CONDOM COMPANY</a:t>
            </a:r>
          </a:p>
          <a:p>
            <a:pPr algn="ctr" marL="0" indent="0" lvl="0">
              <a:lnSpc>
                <a:spcPts val="798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908168" y="5783099"/>
            <a:ext cx="2471663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735A4C"/>
                </a:solidFill>
                <a:latin typeface="Mukta Mahee"/>
                <a:ea typeface="Mukta Mahee"/>
                <a:cs typeface="Mukta Mahee"/>
                <a:sym typeface="Mukta Mahee"/>
              </a:rPr>
              <a:t>Nordic minimalism.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735A4C"/>
                </a:solidFill>
                <a:latin typeface="Mukta Mahee"/>
                <a:ea typeface="Mukta Mahee"/>
                <a:cs typeface="Mukta Mahee"/>
                <a:sym typeface="Mukta Mahee"/>
              </a:rPr>
              <a:t>Swedish safety.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735A4C"/>
                </a:solidFill>
                <a:latin typeface="Mukta Mahee"/>
                <a:ea typeface="Mukta Mahee"/>
                <a:cs typeface="Mukta Mahee"/>
                <a:sym typeface="Mukta Mahee"/>
              </a:rPr>
              <a:t>Stockholm chique.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B6A2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978842"/>
            <a:ext cx="18288000" cy="416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5"/>
              </a:lnSpc>
            </a:pPr>
            <a:r>
              <a:rPr lang="en-US" sz="9981" spc="3992">
                <a:solidFill>
                  <a:srgbClr val="302621"/>
                </a:solidFill>
                <a:latin typeface="Mukta Mahee"/>
                <a:ea typeface="Mukta Mahee"/>
                <a:cs typeface="Mukta Mahee"/>
                <a:sym typeface="Mukta Mahee"/>
              </a:rPr>
              <a:t>A FAMILY</a:t>
            </a:r>
          </a:p>
          <a:p>
            <a:pPr algn="ctr">
              <a:lnSpc>
                <a:spcPts val="7985"/>
              </a:lnSpc>
            </a:pPr>
          </a:p>
          <a:p>
            <a:pPr algn="ctr">
              <a:lnSpc>
                <a:spcPts val="7985"/>
              </a:lnSpc>
            </a:pPr>
            <a:r>
              <a:rPr lang="en-US" sz="9981" spc="3992">
                <a:solidFill>
                  <a:srgbClr val="302621"/>
                </a:solidFill>
                <a:latin typeface="Mukta Mahee"/>
                <a:ea typeface="Mukta Mahee"/>
                <a:cs typeface="Mukta Mahee"/>
                <a:sym typeface="Mukta Mahee"/>
              </a:rPr>
              <a:t>COMPANY</a:t>
            </a:r>
          </a:p>
          <a:p>
            <a:pPr algn="ctr" marL="0" indent="0" lvl="0">
              <a:lnSpc>
                <a:spcPts val="798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610448" y="5678295"/>
            <a:ext cx="7067104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02621"/>
                </a:solidFill>
                <a:latin typeface="Mukta Mahee"/>
                <a:ea typeface="Mukta Mahee"/>
                <a:cs typeface="Mukta Mahee"/>
                <a:sym typeface="Mukta Mahee"/>
              </a:rPr>
              <a:t>Created by 4 cousins.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02621"/>
                </a:solidFill>
                <a:latin typeface="Mukta Mahee"/>
                <a:ea typeface="Mukta Mahee"/>
                <a:cs typeface="Mukta Mahee"/>
                <a:sym typeface="Mukta Mahee"/>
              </a:rPr>
              <a:t>Seeing a gap in the market for a stylish quality condom.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02621"/>
                </a:solidFill>
                <a:latin typeface="Mukta Mahee"/>
                <a:ea typeface="Mukta Mahee"/>
                <a:cs typeface="Mukta Mahee"/>
                <a:sym typeface="Mukta Mahee"/>
              </a:rPr>
              <a:t>By women, for men.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6A2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304159" y="-5084995"/>
            <a:ext cx="11067836" cy="19676153"/>
          </a:xfrm>
          <a:custGeom>
            <a:avLst/>
            <a:gdLst/>
            <a:ahLst/>
            <a:cxnLst/>
            <a:rect r="r" b="b" t="t" l="l"/>
            <a:pathLst>
              <a:path h="19676153" w="11067836">
                <a:moveTo>
                  <a:pt x="0" y="0"/>
                </a:moveTo>
                <a:lnTo>
                  <a:pt x="11067836" y="0"/>
                </a:lnTo>
                <a:lnTo>
                  <a:pt x="11067836" y="19676154"/>
                </a:lnTo>
                <a:lnTo>
                  <a:pt x="0" y="19676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636539"/>
            <a:ext cx="18288000" cy="113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85"/>
              </a:lnSpc>
            </a:pPr>
            <a:r>
              <a:rPr lang="en-US" sz="9981" spc="3992">
                <a:solidFill>
                  <a:srgbClr val="D9D9D9"/>
                </a:solidFill>
                <a:latin typeface="Mukta Mahee"/>
                <a:ea typeface="Mukta Mahee"/>
                <a:cs typeface="Mukta Mahee"/>
                <a:sym typeface="Mukta Mahee"/>
              </a:rPr>
              <a:t>COMFORTABLE FIT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34496" y="5095875"/>
            <a:ext cx="80190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9D9D9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We have tested all different types and shapes so you don’t have to.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9D9D9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Quality materials.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9D9D9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Shape that fits all.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D9D9D9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A condom that feels like its barely there.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87747" y="2610078"/>
            <a:ext cx="6470457" cy="6324872"/>
          </a:xfrm>
          <a:custGeom>
            <a:avLst/>
            <a:gdLst/>
            <a:ahLst/>
            <a:cxnLst/>
            <a:rect r="r" b="b" t="t" l="l"/>
            <a:pathLst>
              <a:path h="6324872" w="6470457">
                <a:moveTo>
                  <a:pt x="0" y="0"/>
                </a:moveTo>
                <a:lnTo>
                  <a:pt x="6470457" y="0"/>
                </a:lnTo>
                <a:lnTo>
                  <a:pt x="6470457" y="6324872"/>
                </a:lnTo>
                <a:lnTo>
                  <a:pt x="0" y="6324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3074"/>
            <a:ext cx="18288000" cy="315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5"/>
              </a:lnSpc>
            </a:pPr>
            <a:r>
              <a:rPr lang="en-US" sz="9981" spc="3992">
                <a:solidFill>
                  <a:srgbClr val="801818"/>
                </a:solidFill>
                <a:latin typeface="Mukta Mahee"/>
                <a:ea typeface="Mukta Mahee"/>
                <a:cs typeface="Mukta Mahee"/>
                <a:sym typeface="Mukta Mahee"/>
              </a:rPr>
              <a:t>DISCREET</a:t>
            </a:r>
          </a:p>
          <a:p>
            <a:pPr algn="l">
              <a:lnSpc>
                <a:spcPts val="7985"/>
              </a:lnSpc>
            </a:pPr>
          </a:p>
          <a:p>
            <a:pPr algn="l" marL="0" indent="0" lvl="0">
              <a:lnSpc>
                <a:spcPts val="7985"/>
              </a:lnSpc>
            </a:pPr>
            <a:r>
              <a:rPr lang="en-US" sz="9981" spc="3992">
                <a:solidFill>
                  <a:srgbClr val="801818"/>
                </a:solidFill>
                <a:latin typeface="Mukta Mahee"/>
                <a:ea typeface="Mukta Mahee"/>
                <a:cs typeface="Mukta Mahee"/>
                <a:sym typeface="Mukta Mahee"/>
              </a:rPr>
              <a:t>PACKAGING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13782" y="5724889"/>
            <a:ext cx="6030218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302621"/>
                </a:solidFill>
                <a:latin typeface="Mukta Mahee Bold"/>
                <a:ea typeface="Mukta Mahee Bold"/>
                <a:cs typeface="Mukta Mahee Bold"/>
                <a:sym typeface="Mukta Mahee Bold"/>
              </a:rPr>
              <a:t>BEAR BROWN </a:t>
            </a:r>
            <a:r>
              <a:rPr lang="en-US" sz="2400">
                <a:solidFill>
                  <a:srgbClr val="302621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- discreet , minimalistic and stylish.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02621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Innovative packaging for every occasion.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048000" y="-4000500"/>
            <a:ext cx="12192000" cy="18288000"/>
          </a:xfrm>
          <a:custGeom>
            <a:avLst/>
            <a:gdLst/>
            <a:ahLst/>
            <a:cxnLst/>
            <a:rect r="r" b="b" t="t" l="l"/>
            <a:pathLst>
              <a:path h="18288000" w="12192000">
                <a:moveTo>
                  <a:pt x="0" y="0"/>
                </a:moveTo>
                <a:lnTo>
                  <a:pt x="12192000" y="0"/>
                </a:lnTo>
                <a:lnTo>
                  <a:pt x="12192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861" y="4619625"/>
            <a:ext cx="1765627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F2F3F4"/>
                </a:solidFill>
                <a:latin typeface="Mukta Mahee Bold"/>
                <a:ea typeface="Mukta Mahee Bold"/>
                <a:cs typeface="Mukta Mahee Bold"/>
                <a:sym typeface="Mukta Mahee Bold"/>
              </a:rPr>
              <a:t>ON THE GO  (4)  - BRING ON AN ADVENTURE (12) - STOCK UP AT HOME (36)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4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689587" y="-4072183"/>
            <a:ext cx="12478730" cy="18718095"/>
          </a:xfrm>
          <a:custGeom>
            <a:avLst/>
            <a:gdLst/>
            <a:ahLst/>
            <a:cxnLst/>
            <a:rect r="r" b="b" t="t" l="l"/>
            <a:pathLst>
              <a:path h="18718095" w="12478730">
                <a:moveTo>
                  <a:pt x="0" y="0"/>
                </a:moveTo>
                <a:lnTo>
                  <a:pt x="12478730" y="0"/>
                </a:lnTo>
                <a:lnTo>
                  <a:pt x="12478730" y="18718096"/>
                </a:lnTo>
                <a:lnTo>
                  <a:pt x="0" y="18718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18" t="0" r="-93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861" y="3431487"/>
            <a:ext cx="1765627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801818"/>
                </a:solidFill>
                <a:latin typeface="Mukta Mahee Bold"/>
                <a:ea typeface="Mukta Mahee Bold"/>
                <a:cs typeface="Mukta Mahee Bold"/>
                <a:sym typeface="Mukta Mahee Bold"/>
              </a:rPr>
              <a:t>ON THE GO  (4)  - BRING ON AN ADVENTURE (12) - STOCK UP AT HOME (36)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7707" y="1636539"/>
            <a:ext cx="13972587" cy="113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85"/>
              </a:lnSpc>
            </a:pPr>
            <a:r>
              <a:rPr lang="en-US" sz="9981" spc="3992">
                <a:solidFill>
                  <a:srgbClr val="F2F3F4"/>
                </a:solidFill>
                <a:latin typeface="Mukta Mahee"/>
                <a:ea typeface="Mukta Mahee"/>
                <a:cs typeface="Mukta Mahee"/>
                <a:sym typeface="Mukta Mahee"/>
              </a:rPr>
              <a:t>SUBSCRIPTION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94300" y="4916805"/>
            <a:ext cx="7099399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2F3F4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Easily made available from one click on our website.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2F3F4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After you subsribe you will always have a condom available.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2F3F4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Pause the subscription at any time.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2F3F4"/>
                </a:solidFill>
                <a:latin typeface="Mukta Mahee Extra-Light"/>
                <a:ea typeface="Mukta Mahee Extra-Light"/>
                <a:cs typeface="Mukta Mahee Extra-Light"/>
                <a:sym typeface="Mukta Mahee Extra-Light"/>
              </a:rPr>
              <a:t>As we say in the Swedishs scout core: </a:t>
            </a:r>
            <a:r>
              <a:rPr lang="en-US" sz="2400" b="true">
                <a:solidFill>
                  <a:srgbClr val="F2F3F4"/>
                </a:solidFill>
                <a:latin typeface="Mukta Mahee Bold"/>
                <a:ea typeface="Mukta Mahee Bold"/>
                <a:cs typeface="Mukta Mahee Bold"/>
                <a:sym typeface="Mukta Mahee Bold"/>
              </a:rPr>
              <a:t>ALLTID REDO!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5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930" y="1650311"/>
            <a:ext cx="18133819" cy="11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5"/>
              </a:lnSpc>
            </a:pPr>
            <a:r>
              <a:rPr lang="en-US" sz="9781" spc="3912">
                <a:solidFill>
                  <a:srgbClr val="B6A28E"/>
                </a:solidFill>
                <a:latin typeface="Mukta Mahee"/>
                <a:ea typeface="Mukta Mahee"/>
                <a:cs typeface="Mukta Mahee"/>
                <a:sym typeface="Mukta Mahee"/>
              </a:rPr>
              <a:t>JOIN OUR JOURNEY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32688" y="4879736"/>
            <a:ext cx="1822624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24" u="sng">
                <a:solidFill>
                  <a:srgbClr val="B6A28E"/>
                </a:solidFill>
                <a:latin typeface="Mukta Mahee Bold"/>
                <a:ea typeface="Mukta Mahee Bold"/>
                <a:cs typeface="Mukta Mahee Bold"/>
                <a:sym typeface="Mukta Mahee Bold"/>
                <a:hlinkClick r:id="rId2" tooltip="https://www.instagram.com/bearnordic_official/"/>
              </a:rPr>
              <a:t>INSTAGRAM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b="true" sz="2499" spc="124" u="sng">
                <a:solidFill>
                  <a:srgbClr val="B6A28E"/>
                </a:solidFill>
                <a:latin typeface="Mukta Mahee Bold"/>
                <a:ea typeface="Mukta Mahee Bold"/>
                <a:cs typeface="Mukta Mahee Bold"/>
                <a:sym typeface="Mukta Mahee Bold"/>
                <a:hlinkClick r:id="rId3" tooltip="https://www.facebook.com/profile.php?id=61588307767398"/>
              </a:rPr>
              <a:t>FACEBOOK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b="true" sz="2499" spc="124" u="sng">
                <a:solidFill>
                  <a:srgbClr val="B6A28E"/>
                </a:solidFill>
                <a:latin typeface="Mukta Mahee Bold"/>
                <a:ea typeface="Mukta Mahee Bold"/>
                <a:cs typeface="Mukta Mahee Bold"/>
                <a:sym typeface="Mukta Mahee Bold"/>
                <a:hlinkClick r:id="rId4" tooltip="https://www.tiktok.com/@bearnordic_official?lang=en-GB"/>
              </a:rPr>
              <a:t>TIKTOK</a:t>
            </a:r>
          </a:p>
          <a:p>
            <a:pPr algn="ctr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302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3095" y="4766146"/>
            <a:ext cx="12341809" cy="113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85"/>
              </a:lnSpc>
            </a:pPr>
            <a:r>
              <a:rPr lang="en-US" sz="9981" spc="2994">
                <a:solidFill>
                  <a:srgbClr val="735A4C"/>
                </a:solidFill>
                <a:latin typeface="Mukta Mahee"/>
                <a:ea typeface="Mukta Mahee"/>
                <a:cs typeface="Mukta Mahee"/>
                <a:sym typeface="Mukta Mahee"/>
              </a:rPr>
              <a:t>COMING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DAHBg_zVwOI</dc:identifier>
  <dcterms:modified xsi:type="dcterms:W3CDTF">2011-08-01T06:04:30Z</dcterms:modified>
  <cp:revision>1</cp:revision>
  <dc:title>THIS IS BEAR</dc:title>
</cp:coreProperties>
</file>